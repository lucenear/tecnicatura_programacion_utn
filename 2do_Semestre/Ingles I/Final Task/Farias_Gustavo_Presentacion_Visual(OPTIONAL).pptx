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0ED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6CFCA-7FEA-A2C2-8CF6-9197AEF03162}" v="1577" dt="2025-11-08T22:46:24.225"/>
    <p1510:client id="{8172D1E7-C5FF-95B8-9550-2019B5E8E604}" v="3" dt="2025-11-08T16:12:50.614"/>
    <p1510:client id="{EAABAB95-401A-4FBB-D056-8CC32BF2FE93}" v="478" dt="2025-11-08T23:07:42.481"/>
    <p1510:client id="{F78F75DE-AF7C-2AE7-EBC1-1CDEDCDF29B7}" v="134" dt="2025-11-08T17:07:46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08/11/2025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1259E95-9100-D7BF-EAE5-1866A40F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846" y="5921957"/>
            <a:ext cx="1038588" cy="936465"/>
          </a:xfrm>
          <a:prstGeom prst="rect">
            <a:avLst/>
          </a:prstGeom>
          <a:ln>
            <a:noFill/>
          </a:ln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FBD2FB6A-7BD0-6586-F0D1-9039740F7A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3075" y="-1929"/>
            <a:ext cx="633112" cy="688695"/>
          </a:xfrm>
          <a:prstGeom prst="rect">
            <a:avLst/>
          </a:prstGeom>
          <a:ln>
            <a:noFill/>
          </a:ln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479EF854-43E7-41F0-8722-98437F5C0E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786618" y="-4582"/>
            <a:ext cx="628409" cy="694000"/>
          </a:xfrm>
          <a:prstGeom prst="rect">
            <a:avLst/>
          </a:prstGeom>
          <a:ln>
            <a:noFill/>
          </a:ln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5B688033-7216-90EE-6F53-341F67E8A1F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573959" y="422"/>
            <a:ext cx="618764" cy="683993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583A88-D71B-F81E-A38F-CA9A1ACE3DBA}"/>
              </a:ext>
            </a:extLst>
          </p:cNvPr>
          <p:cNvSpPr txBox="1"/>
          <p:nvPr/>
        </p:nvSpPr>
        <p:spPr>
          <a:xfrm>
            <a:off x="-2411" y="688184"/>
            <a:ext cx="1219762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8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Scrum </a:t>
            </a:r>
            <a:r>
              <a:rPr lang="es-ES" sz="48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Team</a:t>
            </a:r>
            <a:r>
              <a:rPr lang="es-ES" sz="48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Interview </a:t>
            </a:r>
            <a:r>
              <a:rPr lang="es-ES" sz="48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Simulation</a:t>
            </a:r>
            <a:endParaRPr lang="es-ES" sz="4800" b="1" i="1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9EAE6F-248A-EF40-C98D-799D39E7E038}"/>
              </a:ext>
            </a:extLst>
          </p:cNvPr>
          <p:cNvSpPr txBox="1"/>
          <p:nvPr/>
        </p:nvSpPr>
        <p:spPr>
          <a:xfrm>
            <a:off x="-2412" y="3070639"/>
            <a:ext cx="121976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000" b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"</a:t>
            </a:r>
            <a:r>
              <a:rPr lang="es-ES" sz="4000" b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EduTech</a:t>
            </a:r>
            <a:r>
              <a:rPr lang="es-ES" sz="4000" b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4000" b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Platform</a:t>
            </a:r>
            <a:r>
              <a:rPr lang="es-ES" sz="4000" b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" Project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723D27-AAA6-CD8A-494D-91B2AF091A28}"/>
              </a:ext>
            </a:extLst>
          </p:cNvPr>
          <p:cNvSpPr txBox="1"/>
          <p:nvPr/>
        </p:nvSpPr>
        <p:spPr>
          <a:xfrm>
            <a:off x="7234" y="6388715"/>
            <a:ext cx="121976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4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By</a:t>
            </a:r>
            <a:r>
              <a:rPr lang="es-ES" sz="24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Gustavo Farias – </a:t>
            </a:r>
            <a:r>
              <a:rPr lang="es-ES" sz="24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Developer</a:t>
            </a:r>
            <a:r>
              <a:rPr lang="es-ES" sz="24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| C</a:t>
            </a:r>
            <a:r>
              <a:rPr lang="es-ES" sz="2400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ó</a:t>
            </a:r>
            <a:r>
              <a:rPr lang="es-ES" sz="24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rdoba, Argentina</a:t>
            </a:r>
            <a:endParaRPr lang="es-ES" sz="2400" dirty="0">
              <a:solidFill>
                <a:srgbClr val="003366"/>
              </a:solidFill>
              <a:latin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0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7BA36-7509-02C5-7D22-7E4C01EF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B2B8670-2182-3A15-B83D-413B9D8C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846" y="5921957"/>
            <a:ext cx="1038588" cy="936465"/>
          </a:xfrm>
          <a:prstGeom prst="rect">
            <a:avLst/>
          </a:prstGeom>
          <a:ln>
            <a:noFill/>
          </a:ln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EB642712-AB10-5E3C-A53A-69F9973805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3075" y="-1929"/>
            <a:ext cx="633112" cy="688695"/>
          </a:xfrm>
          <a:prstGeom prst="rect">
            <a:avLst/>
          </a:prstGeom>
          <a:ln>
            <a:noFill/>
          </a:ln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A7272A98-EA01-D134-77C0-EDF046D0166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786618" y="-4582"/>
            <a:ext cx="628409" cy="694000"/>
          </a:xfrm>
          <a:prstGeom prst="rect">
            <a:avLst/>
          </a:prstGeom>
          <a:ln>
            <a:noFill/>
          </a:ln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4865E5D3-EAE1-347D-4C08-E8EA533C444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573959" y="422"/>
            <a:ext cx="618764" cy="683993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5F91206-865D-715A-06C5-C443A8E04568}"/>
              </a:ext>
            </a:extLst>
          </p:cNvPr>
          <p:cNvSpPr txBox="1"/>
          <p:nvPr/>
        </p:nvSpPr>
        <p:spPr>
          <a:xfrm>
            <a:off x="-2411" y="688184"/>
            <a:ext cx="1219762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8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Meet</a:t>
            </a:r>
            <a:r>
              <a:rPr lang="es-ES" sz="48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48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Our</a:t>
            </a:r>
            <a:r>
              <a:rPr lang="es-ES" sz="48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Scrum </a:t>
            </a:r>
            <a:r>
              <a:rPr lang="es-ES" sz="48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Team</a:t>
            </a:r>
            <a:endParaRPr lang="es-ES" sz="4800" b="1" i="1" dirty="0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BC6253-8634-6B51-CFA5-0CAA88692DB7}"/>
              </a:ext>
            </a:extLst>
          </p:cNvPr>
          <p:cNvSpPr txBox="1"/>
          <p:nvPr/>
        </p:nvSpPr>
        <p:spPr>
          <a:xfrm>
            <a:off x="7234" y="6456234"/>
            <a:ext cx="121976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dirty="0">
                <a:solidFill>
                  <a:srgbClr val="003366"/>
                </a:solidFill>
                <a:ea typeface="+mn-lt"/>
                <a:cs typeface="+mn-lt"/>
              </a:rPr>
              <a:t>📍</a:t>
            </a:r>
            <a:r>
              <a:rPr lang="es-ES" sz="16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 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</a:t>
            </a:r>
            <a:r>
              <a:rPr lang="es-ES" sz="2000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ó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rdoba, Argentina</a:t>
            </a:r>
            <a:endParaRPr lang="es-ES" sz="2000">
              <a:solidFill>
                <a:srgbClr val="003366"/>
              </a:solidFill>
              <a:latin typeface="Aptos Mono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297F944-C475-C59D-1620-F0861E301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72875"/>
              </p:ext>
            </p:extLst>
          </p:nvPr>
        </p:nvGraphicFramePr>
        <p:xfrm>
          <a:off x="5402" y="2627243"/>
          <a:ext cx="1219053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3510">
                  <a:extLst>
                    <a:ext uri="{9D8B030D-6E8A-4147-A177-3AD203B41FA5}">
                      <a16:colId xmlns:a16="http://schemas.microsoft.com/office/drawing/2014/main" val="3622355338"/>
                    </a:ext>
                  </a:extLst>
                </a:gridCol>
                <a:gridCol w="4063510">
                  <a:extLst>
                    <a:ext uri="{9D8B030D-6E8A-4147-A177-3AD203B41FA5}">
                      <a16:colId xmlns:a16="http://schemas.microsoft.com/office/drawing/2014/main" val="820735822"/>
                    </a:ext>
                  </a:extLst>
                </a:gridCol>
                <a:gridCol w="4063510">
                  <a:extLst>
                    <a:ext uri="{9D8B030D-6E8A-4147-A177-3AD203B41FA5}">
                      <a16:colId xmlns:a16="http://schemas.microsoft.com/office/drawing/2014/main" val="583837396"/>
                    </a:ext>
                  </a:extLst>
                </a:gridCol>
              </a:tblGrid>
              <a:tr h="23177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3200" b="1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Scrum Master</a:t>
                      </a:r>
                    </a:p>
                    <a:p>
                      <a:pPr marL="0" lvl="0" algn="ctr">
                        <a:buNone/>
                      </a:pPr>
                      <a:endParaRPr lang="es-ES" sz="2600" b="1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s-ES" sz="2800" b="1" i="1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Pablo – 39</a:t>
                      </a:r>
                    </a:p>
                    <a:p>
                      <a:pPr marL="0" lvl="0" algn="l">
                        <a:buNone/>
                      </a:pPr>
                      <a:endParaRPr lang="es-ES" sz="2800" b="1" i="1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es-ES" sz="1600" b="0" i="0" u="none" strike="noStrike" kern="1200" noProof="0" dirty="0">
                          <a:solidFill>
                            <a:srgbClr val="003366"/>
                          </a:solidFill>
                        </a:rPr>
                        <a:t>🛠️ 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Jira – Trello</a:t>
                      </a:r>
                      <a:endParaRPr lang="es-ES" sz="2000" dirty="0"/>
                    </a:p>
                    <a:p>
                      <a:pPr marL="0" lvl="0" algn="l">
                        <a:buNone/>
                      </a:pPr>
                      <a:endParaRPr lang="es-ES" sz="2400" b="0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es-ES" sz="1600" b="0" i="0" u="none" strike="noStrike" kern="1200" noProof="0" dirty="0">
                          <a:solidFill>
                            <a:srgbClr val="003366"/>
                          </a:solidFill>
                        </a:rPr>
                        <a:t>🗣️ </a:t>
                      </a:r>
                      <a:r>
                        <a:rPr lang="es-ES" sz="2000" b="0" kern="1200" noProof="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Facilitator</a:t>
                      </a:r>
                      <a:r>
                        <a:rPr lang="es-ES" sz="2000" b="0" kern="1200" noProof="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&amp; </a:t>
                      </a:r>
                      <a:r>
                        <a:rPr lang="es-ES" sz="2000" b="0" kern="1200" noProof="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Problem</a:t>
                      </a:r>
                      <a:r>
                        <a:rPr lang="es-ES" sz="2000" b="0" kern="1200" noProof="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Solver</a:t>
                      </a:r>
                      <a:endParaRPr lang="es-ES" sz="2000" b="0" kern="1200" noProof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1F0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3200" b="1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ES" sz="3200" b="1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3200" b="1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Owner</a:t>
                      </a:r>
                      <a:endParaRPr lang="es-ES" sz="3200" b="1" kern="1200" dirty="0" err="1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ctr">
                        <a:buNone/>
                      </a:pPr>
                      <a:endParaRPr lang="es-ES" sz="2600" b="1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0" hangingPunct="1">
                        <a:buNone/>
                      </a:pPr>
                      <a:r>
                        <a:rPr lang="es-ES" sz="2800" b="1" i="1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Matias</a:t>
                      </a:r>
                      <a:r>
                        <a:rPr lang="es-ES" sz="2800" b="1" i="1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– 40</a:t>
                      </a:r>
                    </a:p>
                    <a:p>
                      <a:pPr marL="0" lvl="0" algn="l">
                        <a:buNone/>
                      </a:pPr>
                      <a:endParaRPr lang="es-ES" sz="2800" b="1" i="1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es-ES" sz="1600" b="0" i="0" u="none" strike="noStrike" kern="1200" noProof="0" dirty="0">
                          <a:solidFill>
                            <a:srgbClr val="003366"/>
                          </a:solidFill>
                        </a:rPr>
                        <a:t>📋 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Backlog &amp;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User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Stories</a:t>
                      </a:r>
                      <a:endParaRPr lang="es-ES" sz="2000" b="0" kern="120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endParaRPr lang="es-ES" sz="2400" b="0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es-ES" sz="1600" b="0" i="0" u="none" strike="noStrike" kern="1200" noProof="0" dirty="0">
                          <a:solidFill>
                            <a:srgbClr val="003366"/>
                          </a:solidFill>
                        </a:rPr>
                        <a:t>🤖 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AI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Vision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for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Edutech</a:t>
                      </a:r>
                      <a:endParaRPr lang="es-ES" sz="2000" b="0" kern="120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1F0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3200" b="1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Developer</a:t>
                      </a:r>
                      <a:endParaRPr lang="es-ES" sz="3200" b="1" kern="120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endParaRPr lang="es-ES" sz="2600" b="1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 rtl="0" eaLnBrk="1" latinLnBrk="0" hangingPunct="1">
                        <a:buNone/>
                      </a:pPr>
                      <a:r>
                        <a:rPr lang="es-ES" sz="2800" b="1" i="1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Gustavo – 37</a:t>
                      </a:r>
                    </a:p>
                    <a:p>
                      <a:pPr marL="0" lvl="0" algn="l">
                        <a:buNone/>
                      </a:pPr>
                      <a:endParaRPr lang="es-ES" sz="2800" b="1" i="1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es-ES" sz="1600" b="0" i="0" u="none" strike="noStrike" kern="1200" noProof="0" dirty="0">
                          <a:solidFill>
                            <a:srgbClr val="003366"/>
                          </a:solidFill>
                        </a:rPr>
                        <a:t>💻 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Python – Java – Git</a:t>
                      </a:r>
                      <a:endParaRPr lang="es-ES" sz="2000" dirty="0"/>
                    </a:p>
                    <a:p>
                      <a:pPr marL="0" lvl="0" algn="l">
                        <a:buNone/>
                      </a:pPr>
                      <a:endParaRPr lang="es-ES" sz="2400" b="0" kern="1200" dirty="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marL="0" lvl="0" algn="l">
                        <a:buNone/>
                      </a:pPr>
                      <a:r>
                        <a:rPr lang="es-ES" sz="1600" b="0" i="0" u="none" strike="noStrike" kern="1200" noProof="0" dirty="0">
                          <a:solidFill>
                            <a:srgbClr val="003366"/>
                          </a:solidFill>
                        </a:rPr>
                        <a:t>❤️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Clean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Code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&amp;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Problem</a:t>
                      </a:r>
                      <a:r>
                        <a:rPr lang="es-ES" sz="2000" b="0" kern="1200" dirty="0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rgbClr val="003366"/>
                          </a:solidFill>
                          <a:latin typeface="Aptos Mono"/>
                          <a:ea typeface="+mn-ea"/>
                          <a:cs typeface="+mn-cs"/>
                        </a:rPr>
                        <a:t>Solving</a:t>
                      </a:r>
                      <a:endParaRPr lang="es-ES" sz="2000" b="0" kern="1200">
                        <a:solidFill>
                          <a:srgbClr val="003366"/>
                        </a:solidFill>
                        <a:latin typeface="Aptos Mono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endParaRPr lang="es-ES" b="0" dirty="0"/>
                    </a:p>
                  </a:txBody>
                  <a:tcPr>
                    <a:lnL w="12700">
                      <a:solidFill>
                        <a:schemeClr val="bg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44666"/>
                  </a:ext>
                </a:extLst>
              </a:tr>
            </a:tbl>
          </a:graphicData>
        </a:graphic>
      </p:graphicFrame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BF21668E-0E27-22E9-655F-6B216A840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838" y="1791725"/>
            <a:ext cx="1017970" cy="843868"/>
          </a:xfrm>
          <a:prstGeom prst="rect">
            <a:avLst/>
          </a:prstGeom>
          <a:ln>
            <a:noFill/>
          </a:ln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2F9EF594-7C1C-8ADF-6ED2-147A73ED8B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221" y="1789795"/>
            <a:ext cx="1012063" cy="847726"/>
          </a:xfrm>
          <a:prstGeom prst="rect">
            <a:avLst/>
          </a:prstGeom>
          <a:ln>
            <a:noFill/>
          </a:ln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2AFD382B-F352-C281-906D-362ECA4FD0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762" y="1789675"/>
            <a:ext cx="1027615" cy="8479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104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0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59C17-5D6F-9C29-3C4E-A1B25BB3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26EC1E22-46CE-C982-2111-B7F4ACA03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846" y="5921957"/>
            <a:ext cx="1038588" cy="936465"/>
          </a:xfrm>
          <a:prstGeom prst="rect">
            <a:avLst/>
          </a:prstGeom>
          <a:ln>
            <a:noFill/>
          </a:ln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D2B9E803-0857-8FCF-9C07-23BB4D3F04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3075" y="-1929"/>
            <a:ext cx="633112" cy="688695"/>
          </a:xfrm>
          <a:prstGeom prst="rect">
            <a:avLst/>
          </a:prstGeom>
          <a:ln>
            <a:noFill/>
          </a:ln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CFACE700-328D-0585-C552-6A7184E92A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786618" y="-4582"/>
            <a:ext cx="628409" cy="694000"/>
          </a:xfrm>
          <a:prstGeom prst="rect">
            <a:avLst/>
          </a:prstGeom>
          <a:ln>
            <a:noFill/>
          </a:ln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B31A7C5F-1FBB-30ED-AE5D-F825DDA64BE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573959" y="422"/>
            <a:ext cx="618764" cy="683993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9849410-23BE-BBB3-B376-FB6B61EE3AD1}"/>
              </a:ext>
            </a:extLst>
          </p:cNvPr>
          <p:cNvSpPr txBox="1"/>
          <p:nvPr/>
        </p:nvSpPr>
        <p:spPr>
          <a:xfrm>
            <a:off x="-2411" y="688184"/>
            <a:ext cx="1219762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8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Our</a:t>
            </a:r>
            <a:r>
              <a:rPr lang="es-ES" sz="48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Project: </a:t>
            </a:r>
            <a:r>
              <a:rPr lang="es-ES" sz="48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EduTech</a:t>
            </a:r>
            <a:r>
              <a:rPr lang="es-ES" sz="48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48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Platform</a:t>
            </a:r>
            <a:endParaRPr lang="es-ES" sz="4800" b="1" i="1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946415-F469-57D6-806F-C0DBB6ED7F20}"/>
              </a:ext>
            </a:extLst>
          </p:cNvPr>
          <p:cNvSpPr txBox="1"/>
          <p:nvPr/>
        </p:nvSpPr>
        <p:spPr>
          <a:xfrm>
            <a:off x="7234" y="6456234"/>
            <a:ext cx="121976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dirty="0">
                <a:solidFill>
                  <a:srgbClr val="003366"/>
                </a:solidFill>
                <a:ea typeface="+mn-lt"/>
                <a:cs typeface="+mn-lt"/>
              </a:rPr>
              <a:t>📍</a:t>
            </a:r>
            <a:r>
              <a:rPr lang="es-ES" sz="16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 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</a:t>
            </a:r>
            <a:r>
              <a:rPr lang="es-ES" sz="2000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ó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rdoba, Argentina</a:t>
            </a:r>
            <a:endParaRPr lang="es-ES" sz="2000">
              <a:solidFill>
                <a:srgbClr val="003366"/>
              </a:solidFill>
              <a:latin typeface="Aptos Mono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2704F51-FB20-4243-ED8B-612463FAD677}"/>
              </a:ext>
            </a:extLst>
          </p:cNvPr>
          <p:cNvSpPr txBox="1"/>
          <p:nvPr/>
        </p:nvSpPr>
        <p:spPr>
          <a:xfrm>
            <a:off x="-2412" y="1961399"/>
            <a:ext cx="1219762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🎯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An</a:t>
            </a:r>
            <a:r>
              <a:rPr lang="es-ES" sz="3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AI-</a:t>
            </a:r>
            <a:r>
              <a:rPr lang="es-ES" sz="3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powered</a:t>
            </a:r>
            <a:r>
              <a:rPr lang="es-ES" sz="3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app </a:t>
            </a:r>
            <a:r>
              <a:rPr lang="es-ES" sz="3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connecting</a:t>
            </a:r>
            <a:r>
              <a:rPr lang="es-ES" sz="3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3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students</a:t>
            </a:r>
            <a:r>
              <a:rPr lang="es-ES" sz="3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3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with</a:t>
            </a:r>
            <a:r>
              <a:rPr lang="es-ES" sz="3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3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tutors</a:t>
            </a:r>
            <a:endParaRPr lang="es-ES" sz="3000" i="1" err="1">
              <a:solidFill>
                <a:srgbClr val="000000"/>
              </a:solidFill>
              <a:latin typeface="Aptos Mono"/>
              <a:ea typeface="+mn-lt"/>
              <a:cs typeface="+mn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539F02-BD96-7823-2A97-DC561BA311A4}"/>
              </a:ext>
            </a:extLst>
          </p:cNvPr>
          <p:cNvSpPr txBox="1"/>
          <p:nvPr/>
        </p:nvSpPr>
        <p:spPr>
          <a:xfrm>
            <a:off x="7233" y="2983828"/>
            <a:ext cx="12197625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      </a:t>
            </a:r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✅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2800" b="1" dirty="0">
                <a:solidFill>
                  <a:srgbClr val="003366"/>
                </a:solidFill>
                <a:ea typeface="+mn-lt"/>
                <a:cs typeface="+mn-lt"/>
              </a:rPr>
              <a:t>Key </a:t>
            </a:r>
            <a:r>
              <a:rPr lang="es-ES" sz="2800" b="1" err="1">
                <a:solidFill>
                  <a:srgbClr val="003366"/>
                </a:solidFill>
                <a:ea typeface="+mn-lt"/>
                <a:cs typeface="+mn-lt"/>
              </a:rPr>
              <a:t>Features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:</a:t>
            </a:r>
            <a:endParaRPr lang="es-E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s-ES" sz="2800" dirty="0">
              <a:solidFill>
                <a:srgbClr val="003366"/>
              </a:solidFill>
              <a:ea typeface="+mn-lt"/>
              <a:cs typeface="+mn-lt"/>
            </a:endParaRPr>
          </a:p>
          <a:p>
            <a:pPr lvl="2"/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🤖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Smart tutor </a:t>
            </a:r>
            <a:r>
              <a:rPr lang="es-ES" sz="2800" dirty="0" err="1">
                <a:solidFill>
                  <a:srgbClr val="003366"/>
                </a:solidFill>
                <a:ea typeface="+mn-lt"/>
                <a:cs typeface="+mn-lt"/>
              </a:rPr>
              <a:t>matching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(AI)</a:t>
            </a:r>
            <a:endParaRPr lang="es-ES"/>
          </a:p>
          <a:p>
            <a:pPr lvl="2"/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💬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2800" dirty="0" err="1">
                <a:solidFill>
                  <a:srgbClr val="003366"/>
                </a:solidFill>
                <a:ea typeface="+mn-lt"/>
                <a:cs typeface="+mn-lt"/>
              </a:rPr>
              <a:t>In-app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chat</a:t>
            </a:r>
            <a:endParaRPr lang="es-ES" dirty="0"/>
          </a:p>
          <a:p>
            <a:pPr lvl="2"/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💳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2800" dirty="0" err="1">
                <a:solidFill>
                  <a:srgbClr val="003366"/>
                </a:solidFill>
                <a:ea typeface="+mn-lt"/>
                <a:cs typeface="+mn-lt"/>
              </a:rPr>
              <a:t>Secure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2800" dirty="0" err="1">
                <a:solidFill>
                  <a:srgbClr val="003366"/>
                </a:solidFill>
                <a:ea typeface="+mn-lt"/>
                <a:cs typeface="+mn-lt"/>
              </a:rPr>
              <a:t>payments</a:t>
            </a:r>
            <a:endParaRPr lang="es-ES" sz="2800" dirty="0" err="1">
              <a:solidFill>
                <a:srgbClr val="003366"/>
              </a:solidFill>
            </a:endParaRPr>
          </a:p>
          <a:p>
            <a:pPr lvl="2"/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📈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2800" dirty="0" err="1">
                <a:solidFill>
                  <a:srgbClr val="003366"/>
                </a:solidFill>
                <a:ea typeface="+mn-lt"/>
                <a:cs typeface="+mn-lt"/>
              </a:rPr>
              <a:t>Progress</a:t>
            </a:r>
            <a:r>
              <a:rPr lang="es-ES" sz="2800" dirty="0">
                <a:solidFill>
                  <a:srgbClr val="003366"/>
                </a:solidFill>
                <a:ea typeface="+mn-lt"/>
                <a:cs typeface="+mn-lt"/>
              </a:rPr>
              <a:t> tracking</a:t>
            </a:r>
            <a:endParaRPr lang="es-ES" dirty="0"/>
          </a:p>
          <a:p>
            <a:pPr algn="ctr"/>
            <a:endParaRPr lang="es-ES" sz="4000" b="1" dirty="0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</p:txBody>
      </p:sp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176D545E-E833-6A0E-008D-D01F9D4A41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877" y="3144456"/>
            <a:ext cx="1695410" cy="27779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1907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0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55077-D2DB-2ECF-D7BC-3F4E0567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8C857B5-AD0C-B34B-3622-AD6D0750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846" y="5921957"/>
            <a:ext cx="1038588" cy="936465"/>
          </a:xfrm>
          <a:prstGeom prst="rect">
            <a:avLst/>
          </a:prstGeom>
          <a:ln>
            <a:noFill/>
          </a:ln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852D4CFF-6C9E-F049-3838-842BA8E0AA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3075" y="-1929"/>
            <a:ext cx="633112" cy="688695"/>
          </a:xfrm>
          <a:prstGeom prst="rect">
            <a:avLst/>
          </a:prstGeom>
          <a:ln>
            <a:noFill/>
          </a:ln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5079F9B8-14E3-39CC-6021-42B94CAD9C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786618" y="-4582"/>
            <a:ext cx="628409" cy="694000"/>
          </a:xfrm>
          <a:prstGeom prst="rect">
            <a:avLst/>
          </a:prstGeom>
          <a:ln>
            <a:noFill/>
          </a:ln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8100E284-179B-BF4B-81EA-3A87B78351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573959" y="422"/>
            <a:ext cx="618764" cy="683993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CD9E13-72A5-160B-A27B-AF1918B6493C}"/>
              </a:ext>
            </a:extLst>
          </p:cNvPr>
          <p:cNvSpPr txBox="1"/>
          <p:nvPr/>
        </p:nvSpPr>
        <p:spPr>
          <a:xfrm>
            <a:off x="-2411" y="688184"/>
            <a:ext cx="121976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0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How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40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We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40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Work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: </a:t>
            </a:r>
            <a:r>
              <a:rPr lang="es-ES" sz="40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Sprints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&amp; </a:t>
            </a:r>
            <a:r>
              <a:rPr lang="es-ES" sz="4000" b="1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Daily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Stand-ups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01C2FA-A85C-2395-1643-EEDF804928C2}"/>
              </a:ext>
            </a:extLst>
          </p:cNvPr>
          <p:cNvSpPr txBox="1"/>
          <p:nvPr/>
        </p:nvSpPr>
        <p:spPr>
          <a:xfrm>
            <a:off x="-2413" y="1700968"/>
            <a:ext cx="12197625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🗓️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 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2-Week </a:t>
            </a:r>
            <a:r>
              <a:rPr lang="es-ES" sz="3000" b="1" dirty="0" err="1">
                <a:solidFill>
                  <a:srgbClr val="003366"/>
                </a:solidFill>
                <a:ea typeface="+mn-lt"/>
                <a:cs typeface="+mn-lt"/>
              </a:rPr>
              <a:t>Sprints</a:t>
            </a:r>
            <a:endParaRPr lang="en-US" sz="3000" b="1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→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plan,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build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, test, and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deliver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working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features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every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two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weeks</a:t>
            </a:r>
            <a:endParaRPr lang="es-ES" sz="2000" i="1">
              <a:solidFill>
                <a:srgbClr val="003366"/>
              </a:solidFill>
              <a:latin typeface="Aptos Mono"/>
            </a:endParaRPr>
          </a:p>
          <a:p>
            <a:pPr lvl="1"/>
            <a:endParaRPr lang="es-ES" sz="1600" dirty="0">
              <a:solidFill>
                <a:srgbClr val="003366"/>
              </a:solidFill>
              <a:ea typeface="+mn-lt"/>
              <a:cs typeface="+mn-lt"/>
            </a:endParaRPr>
          </a:p>
          <a:p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⏰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b="1" dirty="0" err="1">
                <a:solidFill>
                  <a:srgbClr val="003366"/>
                </a:solidFill>
                <a:ea typeface="+mn-lt"/>
                <a:cs typeface="+mn-lt"/>
              </a:rPr>
              <a:t>Daily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Stand-up (15 min)</a:t>
            </a:r>
            <a:endParaRPr lang="es-ES" sz="3000" b="1" dirty="0">
              <a:solidFill>
                <a:srgbClr val="003366"/>
              </a:solidFill>
              <a:latin typeface="Aptos"/>
              <a:ea typeface="+mn-lt"/>
              <a:cs typeface="+mn-lt"/>
            </a:endParaRPr>
          </a:p>
          <a:p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Every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morning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,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answer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:</a:t>
            </a:r>
            <a:endParaRPr lang="es-ES"/>
          </a:p>
          <a:p>
            <a:pPr lvl="1"/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What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I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did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yesterday</a:t>
            </a:r>
            <a:endParaRPr lang="es-ES" sz="2000" i="1" dirty="0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What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I’ll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do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today</a:t>
            </a:r>
            <a:endParaRPr lang="es-ES" sz="2000" i="1" dirty="0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Any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blockers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?</a:t>
            </a:r>
            <a:endParaRPr lang="es-ES"/>
          </a:p>
          <a:p>
            <a:pPr lvl="1"/>
            <a:endParaRPr lang="es-ES" sz="1600" dirty="0">
              <a:solidFill>
                <a:srgbClr val="003366"/>
              </a:solidFill>
              <a:latin typeface="Aptos"/>
              <a:ea typeface="+mn-lt"/>
              <a:cs typeface="+mn-lt"/>
            </a:endParaRPr>
          </a:p>
          <a:p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🔄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b="1" dirty="0" err="1">
                <a:solidFill>
                  <a:srgbClr val="003366"/>
                </a:solidFill>
                <a:ea typeface="+mn-lt"/>
                <a:cs typeface="+mn-lt"/>
              </a:rPr>
              <a:t>End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b="1" dirty="0" err="1">
                <a:solidFill>
                  <a:srgbClr val="003366"/>
                </a:solidFill>
                <a:ea typeface="+mn-lt"/>
                <a:cs typeface="+mn-lt"/>
              </a:rPr>
              <a:t>of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Sprint</a:t>
            </a:r>
            <a:endParaRPr lang="es-ES" sz="2000" i="1" dirty="0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demo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our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work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and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hold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a retrospective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to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improve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next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time</a:t>
            </a:r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06B5FA-F98C-DE1E-7B62-75F133546138}"/>
              </a:ext>
            </a:extLst>
          </p:cNvPr>
          <p:cNvSpPr txBox="1"/>
          <p:nvPr/>
        </p:nvSpPr>
        <p:spPr>
          <a:xfrm>
            <a:off x="7234" y="6456234"/>
            <a:ext cx="121976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dirty="0">
                <a:solidFill>
                  <a:srgbClr val="003366"/>
                </a:solidFill>
                <a:ea typeface="+mn-lt"/>
                <a:cs typeface="+mn-lt"/>
              </a:rPr>
              <a:t>📍</a:t>
            </a:r>
            <a:r>
              <a:rPr lang="es-ES" sz="16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 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</a:t>
            </a:r>
            <a:r>
              <a:rPr lang="es-ES" sz="2000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ó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rdoba, Argentina</a:t>
            </a:r>
            <a:endParaRPr lang="es-ES" sz="2000" dirty="0">
              <a:solidFill>
                <a:srgbClr val="003366"/>
              </a:solidFill>
              <a:latin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374547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0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26D75-C621-9AC0-16DC-4620BA81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1D604D9-2272-2D4A-2B59-C6CF61055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846" y="5921957"/>
            <a:ext cx="1038588" cy="936465"/>
          </a:xfrm>
          <a:prstGeom prst="rect">
            <a:avLst/>
          </a:prstGeom>
          <a:ln>
            <a:noFill/>
          </a:ln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FC8534EF-FBFA-8512-9E59-43BD8B12FF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3075" y="-1929"/>
            <a:ext cx="633112" cy="688695"/>
          </a:xfrm>
          <a:prstGeom prst="rect">
            <a:avLst/>
          </a:prstGeom>
          <a:ln>
            <a:noFill/>
          </a:ln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AC18ED09-BDD8-9D5A-1E62-7B9BEBF3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786618" y="-4582"/>
            <a:ext cx="628409" cy="694000"/>
          </a:xfrm>
          <a:prstGeom prst="rect">
            <a:avLst/>
          </a:prstGeom>
          <a:ln>
            <a:noFill/>
          </a:ln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A55ED795-EBCE-0FFF-9442-BF47C1A9FDB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573959" y="422"/>
            <a:ext cx="618764" cy="683993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F9D0669-B2D1-3C30-1CAF-69B208EE4DCF}"/>
              </a:ext>
            </a:extLst>
          </p:cNvPr>
          <p:cNvSpPr txBox="1"/>
          <p:nvPr/>
        </p:nvSpPr>
        <p:spPr>
          <a:xfrm>
            <a:off x="-2411" y="688184"/>
            <a:ext cx="121976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Me as </a:t>
            </a:r>
            <a:r>
              <a:rPr lang="es-ES" sz="40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Developer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: Gustavo Farias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A5A75E9-ACCF-5983-BB76-F3B53C209786}"/>
              </a:ext>
            </a:extLst>
          </p:cNvPr>
          <p:cNvSpPr txBox="1"/>
          <p:nvPr/>
        </p:nvSpPr>
        <p:spPr>
          <a:xfrm>
            <a:off x="-2413" y="1678864"/>
            <a:ext cx="12197625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dirty="0">
                <a:solidFill>
                  <a:srgbClr val="003366"/>
                </a:solidFill>
                <a:ea typeface="+mn-lt"/>
                <a:cs typeface="+mn-lt"/>
              </a:rPr>
              <a:t>💻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b="1" dirty="0" err="1">
                <a:solidFill>
                  <a:srgbClr val="003366"/>
                </a:solidFill>
                <a:ea typeface="+mn-lt"/>
                <a:cs typeface="+mn-lt"/>
              </a:rPr>
              <a:t>Languages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&amp; Tools</a:t>
            </a:r>
            <a:endParaRPr lang="es-ES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Python, Java</a:t>
            </a:r>
            <a:b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</a:br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Git, VS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Code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, GitHub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Actions</a:t>
            </a:r>
            <a:endParaRPr lang="es-ES"/>
          </a:p>
          <a:p>
            <a:endParaRPr lang="es-ES" sz="2000" i="1" dirty="0">
              <a:solidFill>
                <a:srgbClr val="003366"/>
              </a:solidFill>
              <a:latin typeface="Aptos Mono"/>
            </a:endParaRPr>
          </a:p>
          <a:p>
            <a:r>
              <a:rPr lang="es-ES" sz="2000" dirty="0">
                <a:solidFill>
                  <a:srgbClr val="AFB1C4"/>
                </a:solidFill>
                <a:ea typeface="+mn-lt"/>
                <a:cs typeface="+mn-lt"/>
              </a:rPr>
              <a:t>🛠</a:t>
            </a:r>
            <a:r>
              <a:rPr lang="es-ES" sz="2000" b="1" dirty="0">
                <a:solidFill>
                  <a:srgbClr val="003366"/>
                </a:solidFill>
                <a:ea typeface="+mn-lt"/>
                <a:cs typeface="+mn-lt"/>
              </a:rPr>
              <a:t>️ </a:t>
            </a:r>
            <a:r>
              <a:rPr lang="es-ES" sz="3000" b="1" err="1">
                <a:solidFill>
                  <a:srgbClr val="003366"/>
                </a:solidFill>
                <a:ea typeface="+mn-lt"/>
                <a:cs typeface="+mn-lt"/>
              </a:rPr>
              <a:t>Daily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b="1" err="1">
                <a:solidFill>
                  <a:srgbClr val="003366"/>
                </a:solidFill>
                <a:ea typeface="+mn-lt"/>
                <a:cs typeface="+mn-lt"/>
              </a:rPr>
              <a:t>Tasks</a:t>
            </a:r>
            <a:endParaRPr lang="es-ES" sz="2000" i="1" err="1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Build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new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features</a:t>
            </a:r>
            <a:b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</a:br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Write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tests</a:t>
            </a:r>
            <a:b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</a:br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Fix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bugs &amp;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optimize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code</a:t>
            </a:r>
            <a:endParaRPr lang="es-ES" sz="2000" i="1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endParaRPr lang="es-ES" sz="2000" i="1" dirty="0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r>
              <a:rPr lang="es-ES" sz="2000" b="1" dirty="0">
                <a:solidFill>
                  <a:srgbClr val="003366"/>
                </a:solidFill>
                <a:ea typeface="+mn-lt"/>
                <a:cs typeface="+mn-lt"/>
              </a:rPr>
              <a:t>❤️</a:t>
            </a:r>
            <a:r>
              <a:rPr lang="es-ES" sz="3000" b="1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b="1" err="1">
                <a:solidFill>
                  <a:srgbClr val="003366"/>
                </a:solidFill>
                <a:ea typeface="+mn-lt"/>
                <a:cs typeface="+mn-lt"/>
              </a:rPr>
              <a:t>Passion</a:t>
            </a:r>
            <a:endParaRPr lang="es-ES" sz="2000" i="1" err="1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pPr lvl="1"/>
            <a:r>
              <a:rPr lang="es-ES" sz="30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→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 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Clean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code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&amp;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problem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2000" i="1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solving</a:t>
            </a:r>
            <a:endParaRPr lang="es-ES" sz="2000" i="1">
              <a:solidFill>
                <a:srgbClr val="003366"/>
              </a:solidFill>
              <a:latin typeface="Aptos Mono"/>
              <a:ea typeface="+mn-lt"/>
              <a:cs typeface="+mn-lt"/>
            </a:endParaRPr>
          </a:p>
          <a:p>
            <a:endParaRPr lang="es-ES" sz="2000" dirty="0">
              <a:solidFill>
                <a:srgbClr val="003366"/>
              </a:solidFill>
              <a:latin typeface="Apto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9BFB958-7703-FEEB-D3B2-9567C521EF5D}"/>
              </a:ext>
            </a:extLst>
          </p:cNvPr>
          <p:cNvSpPr txBox="1"/>
          <p:nvPr/>
        </p:nvSpPr>
        <p:spPr>
          <a:xfrm>
            <a:off x="7234" y="6456234"/>
            <a:ext cx="121976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dirty="0">
                <a:solidFill>
                  <a:srgbClr val="003366"/>
                </a:solidFill>
                <a:ea typeface="+mn-lt"/>
                <a:cs typeface="+mn-lt"/>
              </a:rPr>
              <a:t>📍</a:t>
            </a:r>
            <a:r>
              <a:rPr lang="es-ES" sz="16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 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</a:t>
            </a:r>
            <a:r>
              <a:rPr lang="es-ES" sz="2000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ó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rdoba, Argentina</a:t>
            </a:r>
            <a:endParaRPr lang="es-ES" sz="2000" dirty="0">
              <a:solidFill>
                <a:srgbClr val="003366"/>
              </a:solidFill>
              <a:latin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231633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0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AA621-11D4-758F-358D-7BAE3496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224AC5E-A0CA-95DB-D70B-432D94A36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846" y="5921957"/>
            <a:ext cx="1038588" cy="936465"/>
          </a:xfrm>
          <a:prstGeom prst="rect">
            <a:avLst/>
          </a:prstGeom>
          <a:ln>
            <a:noFill/>
          </a:ln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DF0DA739-7A6A-5F11-EDE1-DC48C4D668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-3075" y="-1929"/>
            <a:ext cx="633112" cy="688695"/>
          </a:xfrm>
          <a:prstGeom prst="rect">
            <a:avLst/>
          </a:prstGeom>
          <a:ln>
            <a:noFill/>
          </a:ln>
        </p:spPr>
      </p:pic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8C8B5075-A0CA-BEEC-916D-66BA8F3AFD3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786618" y="-4582"/>
            <a:ext cx="628409" cy="694000"/>
          </a:xfrm>
          <a:prstGeom prst="rect">
            <a:avLst/>
          </a:prstGeom>
          <a:ln>
            <a:noFill/>
          </a:ln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F4FB5688-2D32-B89D-E1FD-2A851C1BAC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1573959" y="422"/>
            <a:ext cx="618764" cy="683993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62C6CA0-98B8-56FA-AF04-B45418A1A8F6}"/>
              </a:ext>
            </a:extLst>
          </p:cNvPr>
          <p:cNvSpPr txBox="1"/>
          <p:nvPr/>
        </p:nvSpPr>
        <p:spPr>
          <a:xfrm>
            <a:off x="-2411" y="688184"/>
            <a:ext cx="1219762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0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Thank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 </a:t>
            </a:r>
            <a:r>
              <a:rPr lang="es-ES" sz="4000" b="1" i="1" dirty="0" err="1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You</a:t>
            </a:r>
            <a:r>
              <a:rPr lang="es-ES" sz="4000" b="1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!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DFFBF3E-1932-A8B3-0691-E85F94EC74E7}"/>
              </a:ext>
            </a:extLst>
          </p:cNvPr>
          <p:cNvSpPr txBox="1"/>
          <p:nvPr/>
        </p:nvSpPr>
        <p:spPr>
          <a:xfrm>
            <a:off x="3924004" y="4081280"/>
            <a:ext cx="4355375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3200" b="1" dirty="0">
                <a:solidFill>
                  <a:srgbClr val="003366"/>
                </a:solidFill>
                <a:ea typeface="+mn-lt"/>
                <a:cs typeface="+mn-lt"/>
              </a:rPr>
              <a:t>Gustavo Farias</a:t>
            </a:r>
            <a:endParaRPr lang="es-ES" sz="3200" b="1">
              <a:solidFill>
                <a:srgbClr val="003366"/>
              </a:solidFill>
            </a:endParaRPr>
          </a:p>
          <a:p>
            <a:pPr algn="ctr"/>
            <a:endParaRPr lang="es-ES" sz="2000" b="1" dirty="0">
              <a:solidFill>
                <a:srgbClr val="003366"/>
              </a:solidFill>
              <a:ea typeface="+mn-lt"/>
              <a:cs typeface="+mn-lt"/>
            </a:endParaRPr>
          </a:p>
          <a:p>
            <a:r>
              <a:rPr lang="es-ES" sz="2000" b="1" dirty="0">
                <a:solidFill>
                  <a:srgbClr val="FAFAFC"/>
                </a:solidFill>
                <a:ea typeface="+mn-lt"/>
                <a:cs typeface="+mn-lt"/>
              </a:rPr>
              <a:t>📌 </a:t>
            </a:r>
            <a:r>
              <a:rPr lang="es-ES" sz="2000" dirty="0" err="1">
                <a:solidFill>
                  <a:srgbClr val="003366"/>
                </a:solidFill>
                <a:ea typeface="+mn-lt"/>
                <a:cs typeface="+mn-lt"/>
              </a:rPr>
              <a:t>Commission</a:t>
            </a:r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: M2025-13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s-ES" sz="2000" dirty="0">
                <a:solidFill>
                  <a:srgbClr val="FAFAFC"/>
                </a:solidFill>
              </a:rPr>
              <a:t>📚</a:t>
            </a:r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 </a:t>
            </a:r>
            <a:r>
              <a:rPr lang="es-ES" sz="2000" err="1">
                <a:solidFill>
                  <a:srgbClr val="003366"/>
                </a:solidFill>
                <a:ea typeface="+mn-lt"/>
                <a:cs typeface="+mn-lt"/>
              </a:rPr>
              <a:t>Student</a:t>
            </a:r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 ID: 101662</a:t>
            </a:r>
            <a:endParaRPr lang="es-ES" dirty="0"/>
          </a:p>
          <a:p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📧 fariasg1988@gmail.com</a:t>
            </a:r>
            <a:endParaRPr lang="es-ES" dirty="0"/>
          </a:p>
          <a:p>
            <a:r>
              <a:rPr lang="es-ES" sz="2000" dirty="0">
                <a:ea typeface="+mn-lt"/>
                <a:cs typeface="+mn-lt"/>
              </a:rPr>
              <a:t>🃏</a:t>
            </a:r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 Hobbies: Reading &amp; </a:t>
            </a:r>
            <a:r>
              <a:rPr lang="es-ES" sz="2000" err="1">
                <a:solidFill>
                  <a:srgbClr val="003366"/>
                </a:solidFill>
                <a:ea typeface="+mn-lt"/>
                <a:cs typeface="+mn-lt"/>
              </a:rPr>
              <a:t>Playing</a:t>
            </a:r>
            <a:r>
              <a:rPr lang="es-ES" sz="20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2000" err="1">
                <a:solidFill>
                  <a:srgbClr val="003366"/>
                </a:solidFill>
                <a:ea typeface="+mn-lt"/>
                <a:cs typeface="+mn-lt"/>
              </a:rPr>
              <a:t>Cards</a:t>
            </a:r>
            <a:endParaRPr lang="es-ES" sz="2000">
              <a:solidFill>
                <a:srgbClr val="003366"/>
              </a:solidFill>
            </a:endParaRPr>
          </a:p>
          <a:p>
            <a:endParaRPr lang="es-ES" sz="2000" dirty="0">
              <a:solidFill>
                <a:srgbClr val="003366"/>
              </a:solidFill>
              <a:latin typeface="Apto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076515-E1DE-5108-1567-790031CAE4B8}"/>
              </a:ext>
            </a:extLst>
          </p:cNvPr>
          <p:cNvSpPr txBox="1"/>
          <p:nvPr/>
        </p:nvSpPr>
        <p:spPr>
          <a:xfrm>
            <a:off x="7234" y="6456234"/>
            <a:ext cx="1219762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dirty="0">
                <a:solidFill>
                  <a:srgbClr val="003366"/>
                </a:solidFill>
                <a:ea typeface="+mn-lt"/>
                <a:cs typeface="+mn-lt"/>
              </a:rPr>
              <a:t>📍</a:t>
            </a:r>
            <a:r>
              <a:rPr lang="es-ES" sz="1600" dirty="0">
                <a:solidFill>
                  <a:srgbClr val="003366"/>
                </a:solidFill>
                <a:latin typeface="Aptos"/>
                <a:ea typeface="+mn-lt"/>
                <a:cs typeface="+mn-lt"/>
              </a:rPr>
              <a:t> 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C</a:t>
            </a:r>
            <a:r>
              <a:rPr lang="es-ES" sz="2000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ó</a:t>
            </a:r>
            <a:r>
              <a:rPr lang="es-ES" sz="2000" i="1" dirty="0">
                <a:solidFill>
                  <a:srgbClr val="003366"/>
                </a:solidFill>
                <a:latin typeface="Aptos Mono"/>
                <a:ea typeface="+mn-lt"/>
                <a:cs typeface="+mn-lt"/>
              </a:rPr>
              <a:t>rdoba, Argentina</a:t>
            </a:r>
            <a:endParaRPr lang="es-ES" sz="2000" dirty="0">
              <a:solidFill>
                <a:srgbClr val="003366"/>
              </a:solidFill>
              <a:latin typeface="Aptos Mon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195958-E972-1C95-A5C2-9DD2D8496FF4}"/>
              </a:ext>
            </a:extLst>
          </p:cNvPr>
          <p:cNvSpPr txBox="1"/>
          <p:nvPr/>
        </p:nvSpPr>
        <p:spPr>
          <a:xfrm>
            <a:off x="-2414" y="2571584"/>
            <a:ext cx="1219762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000" dirty="0">
                <a:solidFill>
                  <a:srgbClr val="AFB1C4"/>
                </a:solidFill>
                <a:ea typeface="+mn-lt"/>
                <a:cs typeface="+mn-lt"/>
              </a:rPr>
              <a:t>💡</a:t>
            </a:r>
            <a:r>
              <a:rPr lang="es-ES" sz="1100" dirty="0">
                <a:solidFill>
                  <a:srgbClr val="AFB1C4"/>
                </a:solidFill>
                <a:ea typeface="+mn-lt"/>
                <a:cs typeface="+mn-lt"/>
              </a:rPr>
              <a:t> </a:t>
            </a:r>
            <a:r>
              <a:rPr lang="es-ES" sz="3000" dirty="0" err="1">
                <a:solidFill>
                  <a:srgbClr val="003366"/>
                </a:solidFill>
                <a:ea typeface="+mn-lt"/>
                <a:cs typeface="+mn-lt"/>
              </a:rPr>
              <a:t>Questions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? </a:t>
            </a:r>
            <a:r>
              <a:rPr lang="es-ES" sz="3000" dirty="0" err="1">
                <a:solidFill>
                  <a:srgbClr val="003366"/>
                </a:solidFill>
                <a:ea typeface="+mn-lt"/>
                <a:cs typeface="+mn-lt"/>
              </a:rPr>
              <a:t>Feel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 free </a:t>
            </a:r>
            <a:r>
              <a:rPr lang="es-ES" sz="3000" dirty="0" err="1">
                <a:solidFill>
                  <a:srgbClr val="003366"/>
                </a:solidFill>
                <a:ea typeface="+mn-lt"/>
                <a:cs typeface="+mn-lt"/>
              </a:rPr>
              <a:t>to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dirty="0" err="1">
                <a:solidFill>
                  <a:srgbClr val="003366"/>
                </a:solidFill>
                <a:ea typeface="+mn-lt"/>
                <a:cs typeface="+mn-lt"/>
              </a:rPr>
              <a:t>reach</a:t>
            </a:r>
            <a:r>
              <a:rPr lang="es-ES" sz="3000" dirty="0">
                <a:solidFill>
                  <a:srgbClr val="003366"/>
                </a:solidFill>
                <a:ea typeface="+mn-lt"/>
                <a:cs typeface="+mn-lt"/>
              </a:rPr>
              <a:t> </a:t>
            </a:r>
            <a:r>
              <a:rPr lang="es-ES" sz="3000" dirty="0" err="1">
                <a:solidFill>
                  <a:srgbClr val="003366"/>
                </a:solidFill>
                <a:ea typeface="+mn-lt"/>
                <a:cs typeface="+mn-lt"/>
              </a:rPr>
              <a:t>out</a:t>
            </a:r>
            <a:endParaRPr lang="es-ES" sz="3000" b="1" dirty="0">
              <a:solidFill>
                <a:srgbClr val="003366"/>
              </a:solidFill>
            </a:endParaRPr>
          </a:p>
          <a:p>
            <a:endParaRPr lang="es-ES" sz="2000" dirty="0">
              <a:solidFill>
                <a:srgbClr val="00336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747707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560</cp:revision>
  <dcterms:created xsi:type="dcterms:W3CDTF">2025-11-08T16:08:26Z</dcterms:created>
  <dcterms:modified xsi:type="dcterms:W3CDTF">2025-11-08T23:12:56Z</dcterms:modified>
</cp:coreProperties>
</file>